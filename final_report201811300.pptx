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CF617-09C0-E2C6-574A-8EF7377B3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0AE898-7B96-F11C-93BA-4D0E423F5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1C49D-D592-E346-7B73-60EF4EAC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3FFDD-B2A0-C24F-AEC6-A2EB1022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D67BDD-CFDF-33E1-3B0A-5CBBC7A7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02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5C941-4AD4-8BE7-1542-A7C15055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62787D-BA69-F490-0DD5-2C3452F24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540030-DDE0-A144-E79C-116A893E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2D188-8D2A-6D74-2314-AEB4CA06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A0A70-97A4-DA81-ECAB-EEFF6537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91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5F5C5-1F6A-FA78-9A3D-F68B4E55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D4F4E-26E6-4FFF-506E-FB4A48D82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1B941-A592-8A82-8941-27BE0B7E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B238C-8A89-C1E4-C3F2-5A787749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4904AE-6F0B-40CC-E4D5-0A7D1677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18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7148-0FDE-2CEE-864E-27286A18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00150A-DACC-1E4C-1E7A-02FC581FE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F2AB9A-35AD-1E3B-6172-955E02607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0EC623-325D-AF9C-9362-984D4397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2827DE-6274-CC32-0719-EDDB6F0E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0A98D8-C057-32FC-5576-5E24CEF0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48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6101-18F0-566E-2F94-2753F6F0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9CD746-544E-661E-10EE-8D16956FD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EE096-4FCE-FEE7-5C82-2F0908C0D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E5B915-9632-FAA2-0582-E76480D8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39FE20-97C5-E31A-963B-CEB2FB924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5FF083-0429-32CD-0C21-90CB3108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29CB2-D7E2-1972-2F27-877903B7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8D15E9-8D9F-236D-D358-245F5D58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4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02C2A-8981-8E8A-AAA4-CAA3C4C0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221CB7-8FD8-7D98-2E1D-9950FDF1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BB8D5D-0A32-2261-E98C-C4E88A2E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A421BE-13B6-A67F-9DD7-926DBB4B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90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EF2720-36E9-692F-8A81-A5FE0DD5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68B923-5CA7-141F-FF9B-B73269F8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FAE901-F1F6-355F-B08D-F625D66E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36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C3CC-E0EB-3EA8-0B93-D78DFF32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19FF40-EA1C-5E2C-F1CD-AA5BC123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572481-A891-D49D-2F24-5C0F9AC39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2439D2-5C63-3F2D-19D6-A30A16F4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D9A540-8F0A-C97A-B5F8-BD172E14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B82D7-9717-8A67-043C-C1524FD3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7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C6995-66F1-2100-45FD-420CD553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D2BB92-DF10-009C-AB01-4A6EC3D8C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3662EF-5E19-8BEF-CBCE-285F93D7C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F2895F-6E4B-B264-3CF1-F1420EB1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2B616F-C310-2C2F-FC35-2BDB6148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5A6E7-C5D8-1C85-6930-55F37F03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94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A8759-8E59-2E82-E60C-0E08298C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CF69A1-5BBA-768F-83A4-01089B4DA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24C3D5-2E78-C165-D7D6-F7105342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C2FD5-C240-5F14-AF2F-744DCAB5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C8822-9B88-1E1E-FF6A-30C0F717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41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91DAC8-8816-CC32-0018-26069C184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33E283-8E00-583E-C0CD-8A1E188F5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E965B-2F16-0C10-02EF-762C0C07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78F3B-4A01-129F-6A92-3EBFC104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63392F-E0C1-C40F-2BDE-8A23C2E9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768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62B2EC-2EBE-E8D8-D6AA-DCB4CF05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49E50-88B9-1806-FBAB-C12EFB4DE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C1736-EA7F-4EF5-45E9-46D1A9495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EAA76-62B5-3B44-97B7-CA54B0ECD7E1}" type="datetimeFigureOut">
              <a:rPr lang="en-US" altLang="ko-KR"/>
              <a:t>6/9/2022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60191A-0F44-1898-7066-ADD77B1B0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20F03-D614-00E2-7686-E6B408DAB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45034-EC49-5143-B956-00C5A6979D5C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0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293AD-2994-C047-CE4E-215C15958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02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4000" b="1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Noise2Noise: Learning Image Restoration without Clean Data</a:t>
            </a:r>
            <a:endParaRPr lang="ko-KR" altLang="en-US" sz="4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087614-D67B-1878-0D39-07FBEA00B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 sz="1800">
                <a:effectLst/>
                <a:latin typeface="Malgun Gothic" panose="020B0502040504020204" pitchFamily="34" charset="0"/>
                <a:cs typeface="Times New Roman" panose="02020603050405020304" pitchFamily="18" charset="0"/>
              </a:rPr>
              <a:t>Multimedia Processing Technique</a:t>
            </a:r>
          </a:p>
          <a:p>
            <a:endParaRPr lang="en-US" altLang="ko-KR" sz="1800">
              <a:latin typeface="Malgun Gothic" panose="020B0502040504020204" pitchFamily="34" charset="0"/>
              <a:cs typeface="Times New Roman" panose="02020603050405020304" pitchFamily="18" charset="0"/>
            </a:endParaRPr>
          </a:p>
          <a:p>
            <a:r>
              <a:rPr lang="en-US" altLang="ko-KR" sz="1800">
                <a:latin typeface="Malgun Gothic" panose="020B0502040504020204" pitchFamily="34" charset="0"/>
                <a:cs typeface="Times New Roman" panose="02020603050405020304" pitchFamily="18" charset="0"/>
              </a:rPr>
              <a:t>201811300 Son Hayeon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81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Theoretical background</a:t>
            </a:r>
            <a:endParaRPr lang="ko-KR" altLang="en-US" sz="2800" u="sng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A1F1D5A8-77C7-199F-4D92-CF5EC5287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32" y="2231592"/>
            <a:ext cx="9302935" cy="2394815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9D7079-5497-EA08-7CAD-872FD4CCE7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1" t="29164" r="64334" b="14070"/>
          <a:stretch/>
        </p:blipFill>
        <p:spPr>
          <a:xfrm>
            <a:off x="7713842" y="4434969"/>
            <a:ext cx="3091168" cy="1139268"/>
          </a:xfrm>
          <a:prstGeom prst="rect">
            <a:avLst/>
          </a:prstGeom>
        </p:spPr>
      </p:pic>
      <p:sp>
        <p:nvSpPr>
          <p:cNvPr id="11" name="L 도형 10">
            <a:extLst>
              <a:ext uri="{FF2B5EF4-FFF2-40B4-BE49-F238E27FC236}">
                <a16:creationId xmlns:a16="http://schemas.microsoft.com/office/drawing/2014/main" id="{DE0A5C79-2FE4-6467-0386-C57CD40B65F4}"/>
              </a:ext>
            </a:extLst>
          </p:cNvPr>
          <p:cNvSpPr/>
          <p:nvPr/>
        </p:nvSpPr>
        <p:spPr>
          <a:xfrm rot="8062685">
            <a:off x="8886958" y="2932406"/>
            <a:ext cx="259646" cy="268499"/>
          </a:xfrm>
          <a:prstGeom prst="corner">
            <a:avLst>
              <a:gd name="adj1" fmla="val 12746"/>
              <a:gd name="adj2" fmla="val 1243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Contents of the study</a:t>
            </a:r>
            <a:endParaRPr lang="ko-KR" altLang="en-US" sz="2800" u="sng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6A016B-1122-CD26-6094-95344D63FE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4"/>
          <a:stretch/>
        </p:blipFill>
        <p:spPr bwMode="auto">
          <a:xfrm>
            <a:off x="368602" y="2066288"/>
            <a:ext cx="11443533" cy="27254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74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Contents of the study</a:t>
            </a:r>
            <a:endParaRPr lang="ko-KR" altLang="en-US" sz="2800" u="sng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9C120E-7B09-3B8E-2759-686BF97B8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544" y="348240"/>
            <a:ext cx="5339206" cy="63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4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Contents of the study</a:t>
            </a:r>
            <a:endParaRPr lang="ko-KR" altLang="en-US" sz="2800" u="sng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71FCE4-4306-05BE-0BB4-D81BDED8C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364" y="1506831"/>
            <a:ext cx="6755271" cy="442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3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Contents of the study</a:t>
            </a:r>
            <a:endParaRPr lang="ko-KR" altLang="en-US" sz="2800" u="sng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3E852C-D806-F7DD-032B-A2055C122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52" y="1385364"/>
            <a:ext cx="9086495" cy="19141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DD2075-CCBB-BF25-CEA4-49BAE0230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376" y="3849133"/>
            <a:ext cx="7983986" cy="20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8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CE06F-AEE6-5862-1B9B-3D166748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9" y="539678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ko-KR" sz="2800" u="sng" kern="100">
                <a:effectLst/>
                <a:latin typeface="Malgun Gothic" panose="020B0502040504020204" pitchFamily="34" charset="0"/>
                <a:ea typeface="Malgun Gothic" panose="020B0502040504020204" pitchFamily="34" charset="0"/>
                <a:cs typeface="Times New Roman" panose="02020603050405020304" pitchFamily="18" charset="0"/>
              </a:rPr>
              <a:t>Contents of the study</a:t>
            </a:r>
            <a:endParaRPr lang="ko-KR" altLang="en-US" sz="2800" u="sng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BD8E25F-CCE6-0AEF-8FEE-FA4F9371D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868" y="1886076"/>
            <a:ext cx="6535001" cy="363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B1E9-031B-A30F-5DCC-B05A7806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772"/>
            <a:ext cx="10515600" cy="6194456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/>
              <a:t>Thank you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1378247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8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Noise2Noise: Learning Image Restoration without Clean Data</vt:lpstr>
      <vt:lpstr>Theoretical background</vt:lpstr>
      <vt:lpstr>Contents of the study</vt:lpstr>
      <vt:lpstr>Contents of the study</vt:lpstr>
      <vt:lpstr>Contents of the study</vt:lpstr>
      <vt:lpstr>Contents of the study</vt:lpstr>
      <vt:lpstr>Contents of the study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Noise2Noise: Learning Image Restoration without Clean Data</dc:title>
  <dc:creator>손 하연</dc:creator>
  <cp:lastModifiedBy>손 하연</cp:lastModifiedBy>
  <cp:revision>3</cp:revision>
  <dcterms:created xsi:type="dcterms:W3CDTF">2022-06-08T15:34:24Z</dcterms:created>
  <dcterms:modified xsi:type="dcterms:W3CDTF">2022-06-08T16:30:03Z</dcterms:modified>
</cp:coreProperties>
</file>